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77A874-BAB7-4032-AD9D-569EDC11121F}" v="138" dt="2025-10-16T09:41:09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Telfer" userId="49eb336db9b11546" providerId="LiveId" clId="{D9B225C4-9999-4E01-B239-30E8EEC90793}"/>
    <pc:docChg chg="undo custSel addSld delSld modSld">
      <pc:chgData name="Adam Telfer" userId="49eb336db9b11546" providerId="LiveId" clId="{D9B225C4-9999-4E01-B239-30E8EEC90793}" dt="2025-10-16T09:41:09.733" v="658" actId="164"/>
      <pc:docMkLst>
        <pc:docMk/>
      </pc:docMkLst>
      <pc:sldChg chg="addSp delSp modSp mod">
        <pc:chgData name="Adam Telfer" userId="49eb336db9b11546" providerId="LiveId" clId="{D9B225C4-9999-4E01-B239-30E8EEC90793}" dt="2025-10-16T09:41:09.733" v="658" actId="164"/>
        <pc:sldMkLst>
          <pc:docMk/>
          <pc:sldMk cId="1265802002" sldId="257"/>
        </pc:sldMkLst>
        <pc:spChg chg="mod topLvl">
          <ac:chgData name="Adam Telfer" userId="49eb336db9b11546" providerId="LiveId" clId="{D9B225C4-9999-4E01-B239-30E8EEC90793}" dt="2025-10-16T09:35:45.832" v="608" actId="14100"/>
          <ac:spMkLst>
            <pc:docMk/>
            <pc:sldMk cId="1265802002" sldId="257"/>
            <ac:spMk id="4" creationId="{BFA4E7D3-44BE-3671-8C75-063D4AFF7D27}"/>
          </ac:spMkLst>
        </pc:spChg>
        <pc:spChg chg="add mod">
          <ac:chgData name="Adam Telfer" userId="49eb336db9b11546" providerId="LiveId" clId="{D9B225C4-9999-4E01-B239-30E8EEC90793}" dt="2025-10-16T09:41:09.733" v="658" actId="164"/>
          <ac:spMkLst>
            <pc:docMk/>
            <pc:sldMk cId="1265802002" sldId="257"/>
            <ac:spMk id="5" creationId="{D7B0D9AB-505C-3C5C-7EA3-4E9B85E81F47}"/>
          </ac:spMkLst>
        </pc:spChg>
        <pc:spChg chg="mod topLvl">
          <ac:chgData name="Adam Telfer" userId="49eb336db9b11546" providerId="LiveId" clId="{D9B225C4-9999-4E01-B239-30E8EEC90793}" dt="2025-10-16T09:41:09.733" v="658" actId="164"/>
          <ac:spMkLst>
            <pc:docMk/>
            <pc:sldMk cId="1265802002" sldId="257"/>
            <ac:spMk id="14" creationId="{2ED8E0B8-8BA8-C6AD-4599-F5641CE320AA}"/>
          </ac:spMkLst>
        </pc:spChg>
        <pc:spChg chg="mod topLvl">
          <ac:chgData name="Adam Telfer" userId="49eb336db9b11546" providerId="LiveId" clId="{D9B225C4-9999-4E01-B239-30E8EEC90793}" dt="2025-10-16T09:35:01.310" v="604" actId="165"/>
          <ac:spMkLst>
            <pc:docMk/>
            <pc:sldMk cId="1265802002" sldId="257"/>
            <ac:spMk id="15" creationId="{DE63FE6F-7073-E0FB-86C8-FF26DFAB4D36}"/>
          </ac:spMkLst>
        </pc:spChg>
        <pc:spChg chg="mod topLvl">
          <ac:chgData name="Adam Telfer" userId="49eb336db9b11546" providerId="LiveId" clId="{D9B225C4-9999-4E01-B239-30E8EEC90793}" dt="2025-10-16T09:41:09.733" v="658" actId="164"/>
          <ac:spMkLst>
            <pc:docMk/>
            <pc:sldMk cId="1265802002" sldId="257"/>
            <ac:spMk id="16" creationId="{AFE3E49B-6697-7705-D992-62CB3CDE2614}"/>
          </ac:spMkLst>
        </pc:spChg>
        <pc:spChg chg="mod topLvl">
          <ac:chgData name="Adam Telfer" userId="49eb336db9b11546" providerId="LiveId" clId="{D9B225C4-9999-4E01-B239-30E8EEC90793}" dt="2025-10-16T09:41:09.733" v="658" actId="164"/>
          <ac:spMkLst>
            <pc:docMk/>
            <pc:sldMk cId="1265802002" sldId="257"/>
            <ac:spMk id="17" creationId="{FC9405B8-63AB-B2D1-2D06-0F7DD5E30292}"/>
          </ac:spMkLst>
        </pc:spChg>
        <pc:spChg chg="mod topLvl">
          <ac:chgData name="Adam Telfer" userId="49eb336db9b11546" providerId="LiveId" clId="{D9B225C4-9999-4E01-B239-30E8EEC90793}" dt="2025-10-16T09:41:09.733" v="658" actId="164"/>
          <ac:spMkLst>
            <pc:docMk/>
            <pc:sldMk cId="1265802002" sldId="257"/>
            <ac:spMk id="18" creationId="{4C1315D0-67E0-101F-5DBC-9F31F8076FA7}"/>
          </ac:spMkLst>
        </pc:spChg>
        <pc:spChg chg="mod topLvl">
          <ac:chgData name="Adam Telfer" userId="49eb336db9b11546" providerId="LiveId" clId="{D9B225C4-9999-4E01-B239-30E8EEC90793}" dt="2025-10-16T09:41:09.733" v="658" actId="164"/>
          <ac:spMkLst>
            <pc:docMk/>
            <pc:sldMk cId="1265802002" sldId="257"/>
            <ac:spMk id="19" creationId="{AF6FF350-3702-EE80-F2F9-147B9AA446DD}"/>
          </ac:spMkLst>
        </pc:spChg>
        <pc:spChg chg="mod topLvl">
          <ac:chgData name="Adam Telfer" userId="49eb336db9b11546" providerId="LiveId" clId="{D9B225C4-9999-4E01-B239-30E8EEC90793}" dt="2025-10-16T09:41:09.733" v="658" actId="164"/>
          <ac:spMkLst>
            <pc:docMk/>
            <pc:sldMk cId="1265802002" sldId="257"/>
            <ac:spMk id="20" creationId="{78678A78-7D3F-FD55-4CB3-60EA92FF2B75}"/>
          </ac:spMkLst>
        </pc:spChg>
        <pc:spChg chg="mod topLvl">
          <ac:chgData name="Adam Telfer" userId="49eb336db9b11546" providerId="LiveId" clId="{D9B225C4-9999-4E01-B239-30E8EEC90793}" dt="2025-10-16T09:41:09.733" v="658" actId="164"/>
          <ac:spMkLst>
            <pc:docMk/>
            <pc:sldMk cId="1265802002" sldId="257"/>
            <ac:spMk id="21" creationId="{38C0A71F-4700-9640-5025-5A3BC0513C26}"/>
          </ac:spMkLst>
        </pc:spChg>
        <pc:spChg chg="add mod">
          <ac:chgData name="Adam Telfer" userId="49eb336db9b11546" providerId="LiveId" clId="{D9B225C4-9999-4E01-B239-30E8EEC90793}" dt="2025-10-16T09:41:09.733" v="658" actId="164"/>
          <ac:spMkLst>
            <pc:docMk/>
            <pc:sldMk cId="1265802002" sldId="257"/>
            <ac:spMk id="22" creationId="{42F697E6-1DEB-092B-C6B8-C7FAD377531C}"/>
          </ac:spMkLst>
        </pc:spChg>
        <pc:spChg chg="mod topLvl">
          <ac:chgData name="Adam Telfer" userId="49eb336db9b11546" providerId="LiveId" clId="{D9B225C4-9999-4E01-B239-30E8EEC90793}" dt="2025-10-16T09:41:09.733" v="658" actId="164"/>
          <ac:spMkLst>
            <pc:docMk/>
            <pc:sldMk cId="1265802002" sldId="257"/>
            <ac:spMk id="23" creationId="{3810314C-BF4B-11FE-8437-FE121596E0B5}"/>
          </ac:spMkLst>
        </pc:spChg>
        <pc:grpChg chg="mod">
          <ac:chgData name="Adam Telfer" userId="49eb336db9b11546" providerId="LiveId" clId="{D9B225C4-9999-4E01-B239-30E8EEC90793}" dt="2025-10-16T09:34:56.649" v="603" actId="14100"/>
          <ac:grpSpMkLst>
            <pc:docMk/>
            <pc:sldMk cId="1265802002" sldId="257"/>
            <ac:grpSpMk id="24" creationId="{BF500B03-1866-8C4B-895D-BE7270869D44}"/>
          </ac:grpSpMkLst>
        </pc:grpChg>
        <pc:cxnChg chg="add mod">
          <ac:chgData name="Adam Telfer" userId="49eb336db9b11546" providerId="LiveId" clId="{D9B225C4-9999-4E01-B239-30E8EEC90793}" dt="2025-10-16T09:35:33.326" v="607" actId="1076"/>
          <ac:cxnSpMkLst>
            <pc:docMk/>
            <pc:sldMk cId="1265802002" sldId="257"/>
            <ac:cxnSpMk id="2" creationId="{91440322-24B0-3E41-75BC-36F65B8EEA30}"/>
          </ac:cxnSpMkLst>
        </pc:cxnChg>
        <pc:cxnChg chg="add mod">
          <ac:chgData name="Adam Telfer" userId="49eb336db9b11546" providerId="LiveId" clId="{D9B225C4-9999-4E01-B239-30E8EEC90793}" dt="2025-10-16T09:35:33.326" v="607" actId="1076"/>
          <ac:cxnSpMkLst>
            <pc:docMk/>
            <pc:sldMk cId="1265802002" sldId="257"/>
            <ac:cxnSpMk id="3" creationId="{696CA7EF-F6C2-D1C0-63D7-DBB0956F8BD4}"/>
          </ac:cxnSpMkLst>
        </pc:cxnChg>
      </pc:sldChg>
      <pc:sldChg chg="addSp delSp modSp new del mod">
        <pc:chgData name="Adam Telfer" userId="49eb336db9b11546" providerId="LiveId" clId="{D9B225C4-9999-4E01-B239-30E8EEC90793}" dt="2025-10-16T09:34:36.238" v="600" actId="47"/>
        <pc:sldMkLst>
          <pc:docMk/>
          <pc:sldMk cId="3782452506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E03F2-F794-25A4-D5D0-52CE05ED3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C5FC32-3FD9-6C3E-FCE5-D584075106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2AC4B-379B-D9DE-BE66-C735ED3C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F16C-A85D-48C1-9739-5EBA55928AE0}" type="datetimeFigureOut">
              <a:rPr lang="en-AU" smtClean="0"/>
              <a:t>16/10/2025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1B9AB-A353-B0E0-357A-61DAC5B90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82067-ACEC-8C19-A416-C9F2A3FB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0461-EB59-4043-86CC-900D76DE30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349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A0A1-D600-8505-BF1A-CBFF09B41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6FA6B-B063-AFD3-A10E-AE3685C1F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3F7DD-2EC3-FD07-00D6-3FDB689F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F16C-A85D-48C1-9739-5EBA55928AE0}" type="datetimeFigureOut">
              <a:rPr lang="en-AU" smtClean="0"/>
              <a:t>16/10/2025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DDD3B-559D-2AA6-DEE8-8B33822D7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68BC1-73E2-EAB8-8B58-FE629A52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0461-EB59-4043-86CC-900D76DE30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789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DF89-3607-B2F8-5E88-EC148631B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368C9-9945-1148-6960-C7D46B3BD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4C58E-2128-8A42-ED6F-5339BE8FC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F16C-A85D-48C1-9739-5EBA55928AE0}" type="datetimeFigureOut">
              <a:rPr lang="en-AU" smtClean="0"/>
              <a:t>16/10/2025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D6BFD-44B7-BD47-C86B-116678149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009AC-02D4-1093-38B1-AFFCEDC1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0461-EB59-4043-86CC-900D76DE30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5815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80AE-0E23-B2AD-B6F1-57CAA384D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8D22E-F8EB-A1D0-71AF-2471F34F2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7A93D-7DD2-1DFC-1075-40740A48D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C273C-3216-EF1D-A0EF-DC7E4D7B3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F16C-A85D-48C1-9739-5EBA55928AE0}" type="datetimeFigureOut">
              <a:rPr lang="en-AU" smtClean="0"/>
              <a:t>16/10/2025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6FDF8-F1A5-74B2-BE11-223CD02C8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14ED8-3D70-F63D-6D7C-0189D19B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0461-EB59-4043-86CC-900D76DE30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4766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B0D0D-16F5-127F-7FA5-3499E86F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13BB3-1F72-8F9F-3249-0CBF19F67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BFBA69-C0F1-FEC0-DD8F-8A2D6EF72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A230E8-1620-D160-CCFC-5970FC2B9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CEFD2A-3FE5-7091-6246-E95009989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2D18E0-04DD-5801-B06A-B6888150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F16C-A85D-48C1-9739-5EBA55928AE0}" type="datetimeFigureOut">
              <a:rPr lang="en-AU" smtClean="0"/>
              <a:t>16/10/2025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438B2-5F48-4CAF-BC80-9817E5332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1945E-422B-DF9F-29BF-D2FCB61F6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0461-EB59-4043-86CC-900D76DE30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269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6E15-2467-9FFD-76A0-2740CB501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31069-773B-F868-E652-7C6BDC92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F16C-A85D-48C1-9739-5EBA55928AE0}" type="datetimeFigureOut">
              <a:rPr lang="en-AU" smtClean="0"/>
              <a:t>16/10/2025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DF5A5C-833C-8711-DBFB-A7ED130A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0F5B3-3957-A1D9-4F2B-90874999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0461-EB59-4043-86CC-900D76DE30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685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7EB0A-26DE-7CED-A3BA-944EB822A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F16C-A85D-48C1-9739-5EBA55928AE0}" type="datetimeFigureOut">
              <a:rPr lang="en-AU" smtClean="0"/>
              <a:t>16/10/2025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0C3554-B9F1-5E5A-8101-AF8C7C8B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A10DF-596D-2567-99C3-4A7DC0F4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0461-EB59-4043-86CC-900D76DE30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65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4809-B820-DB45-C8E6-82CCB1588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0DAF5-D165-4728-0A27-44485468D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F47C9-452F-DEF6-1791-DFCD266F2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6F6D6-8D5A-F900-BE4F-F0BF81359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F16C-A85D-48C1-9739-5EBA55928AE0}" type="datetimeFigureOut">
              <a:rPr lang="en-AU" smtClean="0"/>
              <a:t>16/10/2025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2294A-63FC-01FD-6776-EC271C16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552F1-9BE5-DA3E-82D6-2F9AECA28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0461-EB59-4043-86CC-900D76DE30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4115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6A110-04C3-028E-B6B2-710C95AE6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86EAF9-AB87-98B1-A05A-67F6C60C93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62AE2-E7BE-5C0D-881A-359905329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4631D-2867-3B2F-04E6-7C2DB7B46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F16C-A85D-48C1-9739-5EBA55928AE0}" type="datetimeFigureOut">
              <a:rPr lang="en-AU" smtClean="0"/>
              <a:t>16/10/2025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95643-09E8-C58E-FDCA-F4339A06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C8484-86E4-F7E1-88B4-1F4DA3945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0461-EB59-4043-86CC-900D76DE30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259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FCAF-FD0A-7A70-7F42-E1989ECA3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F73CB-7B18-AC84-C9B4-1DACF839F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2C058-D33A-E009-E323-1858EE78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F16C-A85D-48C1-9739-5EBA55928AE0}" type="datetimeFigureOut">
              <a:rPr lang="en-AU" smtClean="0"/>
              <a:t>16/10/2025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53F7A-AC06-A39D-9839-C2D2AFCB4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9696-0560-02A0-5B3C-5C1798AA7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0461-EB59-4043-86CC-900D76DE30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7992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8FB26-95F0-73C5-D9C3-A7B429F61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1A186B-21E5-5B0D-0112-D945FD90D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DE6C0-C898-A2B5-6204-DDF441A4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DF16C-A85D-48C1-9739-5EBA55928AE0}" type="datetimeFigureOut">
              <a:rPr lang="en-AU" smtClean="0"/>
              <a:t>16/10/2025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F569F-CAE2-8FF6-62D6-D913C9AC4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692CF-AEBE-AC08-A63E-506FB327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0461-EB59-4043-86CC-900D76DE30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1730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066085-400C-1007-1E90-7DD5D1116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C8B77-77E9-4F49-EA7B-5FE30BAAB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92BFD-F170-D890-F937-B1277757AC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DF16C-A85D-48C1-9739-5EBA55928AE0}" type="datetimeFigureOut">
              <a:rPr lang="en-AU" smtClean="0"/>
              <a:t>16/10/2025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10DB6-953E-319E-2909-81F32E2B18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35E08-56A2-BE7A-8FDC-248934B3B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D0461-EB59-4043-86CC-900D76DE30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9768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8632-FC27-AF59-7673-9A9BD752B1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6853D-F8E1-628F-CE06-D29DB3729E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830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4168BBDC-AF13-C9F4-EBD8-52A5B3EFEE4D}"/>
              </a:ext>
            </a:extLst>
          </p:cNvPr>
          <p:cNvGrpSpPr/>
          <p:nvPr/>
        </p:nvGrpSpPr>
        <p:grpSpPr>
          <a:xfrm>
            <a:off x="2367599" y="1918901"/>
            <a:ext cx="4730938" cy="3402399"/>
            <a:chOff x="2367599" y="1918901"/>
            <a:chExt cx="4730938" cy="340239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FA4E7D3-44BE-3671-8C75-063D4AFF7D27}"/>
                </a:ext>
              </a:extLst>
            </p:cNvPr>
            <p:cNvSpPr/>
            <p:nvPr/>
          </p:nvSpPr>
          <p:spPr>
            <a:xfrm>
              <a:off x="3667125" y="2266949"/>
              <a:ext cx="1971675" cy="305435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5B89C6C-6DE5-F1C6-15A0-C2C15F9E9812}"/>
                </a:ext>
              </a:extLst>
            </p:cNvPr>
            <p:cNvCxnSpPr/>
            <p:nvPr/>
          </p:nvCxnSpPr>
          <p:spPr>
            <a:xfrm>
              <a:off x="3109912" y="2676525"/>
              <a:ext cx="108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7EA774A-0FF1-827C-7ED6-6CD820C6312F}"/>
                </a:ext>
              </a:extLst>
            </p:cNvPr>
            <p:cNvCxnSpPr/>
            <p:nvPr/>
          </p:nvCxnSpPr>
          <p:spPr>
            <a:xfrm>
              <a:off x="3109912" y="4000500"/>
              <a:ext cx="108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9DF3013-3E41-AD7C-44C0-8B5B8BAF0E2D}"/>
                </a:ext>
              </a:extLst>
            </p:cNvPr>
            <p:cNvCxnSpPr/>
            <p:nvPr/>
          </p:nvCxnSpPr>
          <p:spPr>
            <a:xfrm>
              <a:off x="3109912" y="4457700"/>
              <a:ext cx="108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3E99ABF-91E7-23D1-0DC5-CFF7F16D8F73}"/>
                </a:ext>
              </a:extLst>
            </p:cNvPr>
            <p:cNvCxnSpPr/>
            <p:nvPr/>
          </p:nvCxnSpPr>
          <p:spPr>
            <a:xfrm>
              <a:off x="5098800" y="2686050"/>
              <a:ext cx="108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82155E1-BE3F-470A-0FF7-497E094000D9}"/>
                </a:ext>
              </a:extLst>
            </p:cNvPr>
            <p:cNvCxnSpPr/>
            <p:nvPr/>
          </p:nvCxnSpPr>
          <p:spPr>
            <a:xfrm>
              <a:off x="5098800" y="3124200"/>
              <a:ext cx="108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BCF0AB8-874D-5427-70E7-0DBFA426792E}"/>
                </a:ext>
              </a:extLst>
            </p:cNvPr>
            <p:cNvCxnSpPr/>
            <p:nvPr/>
          </p:nvCxnSpPr>
          <p:spPr>
            <a:xfrm>
              <a:off x="5098800" y="3562350"/>
              <a:ext cx="108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A5A5520-1297-7E78-1F3F-05CF44946B48}"/>
                </a:ext>
              </a:extLst>
            </p:cNvPr>
            <p:cNvCxnSpPr/>
            <p:nvPr/>
          </p:nvCxnSpPr>
          <p:spPr>
            <a:xfrm>
              <a:off x="5098800" y="4000500"/>
              <a:ext cx="108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0465EB4-CA8B-513C-4B3D-CB310EE0F648}"/>
                </a:ext>
              </a:extLst>
            </p:cNvPr>
            <p:cNvCxnSpPr/>
            <p:nvPr/>
          </p:nvCxnSpPr>
          <p:spPr>
            <a:xfrm>
              <a:off x="5098800" y="4467225"/>
              <a:ext cx="108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ED8E0B8-8BA8-C6AD-4599-F5641CE320AA}"/>
                    </a:ext>
                  </a:extLst>
                </p:cNvPr>
                <p:cNvSpPr txBox="1"/>
                <p:nvPr/>
              </p:nvSpPr>
              <p:spPr>
                <a:xfrm>
                  <a:off x="2367599" y="2503194"/>
                  <a:ext cx="570669" cy="3161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𝑓𝑢𝑒𝑙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ED8E0B8-8BA8-C6AD-4599-F5641CE320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7599" y="2503194"/>
                  <a:ext cx="570669" cy="316112"/>
                </a:xfrm>
                <a:prstGeom prst="rect">
                  <a:avLst/>
                </a:prstGeom>
                <a:blipFill>
                  <a:blip r:embed="rId2"/>
                  <a:stretch>
                    <a:fillRect l="-13830" t="-11765" r="-7447" b="-2549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E63FE6F-7073-E0FB-86C8-FF26DFAB4D36}"/>
                    </a:ext>
                  </a:extLst>
                </p:cNvPr>
                <p:cNvSpPr txBox="1"/>
                <p:nvPr/>
              </p:nvSpPr>
              <p:spPr>
                <a:xfrm>
                  <a:off x="6178800" y="2527994"/>
                  <a:ext cx="363305" cy="2856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acc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E63FE6F-7073-E0FB-86C8-FF26DFAB4D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8800" y="2527994"/>
                  <a:ext cx="363305" cy="285656"/>
                </a:xfrm>
                <a:prstGeom prst="rect">
                  <a:avLst/>
                </a:prstGeom>
                <a:blipFill>
                  <a:blip r:embed="rId3"/>
                  <a:stretch>
                    <a:fillRect l="-16949" t="-17021" r="-5085" b="-12766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FE3E49B-6697-7705-D992-62CB3CDE2614}"/>
                    </a:ext>
                  </a:extLst>
                </p:cNvPr>
                <p:cNvSpPr txBox="1"/>
                <p:nvPr/>
              </p:nvSpPr>
              <p:spPr>
                <a:xfrm>
                  <a:off x="6178800" y="2966144"/>
                  <a:ext cx="829073" cy="3164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𝑐𝑜𝑜𝑙𝑖𝑛𝑔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FE3E49B-6697-7705-D992-62CB3CDE26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8800" y="2966144"/>
                  <a:ext cx="829073" cy="316433"/>
                </a:xfrm>
                <a:prstGeom prst="rect">
                  <a:avLst/>
                </a:prstGeom>
                <a:blipFill>
                  <a:blip r:embed="rId4"/>
                  <a:stretch>
                    <a:fillRect l="-9559" t="-11765" r="-4412" b="-2549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C9405B8-63AB-B2D1-2D06-0F7DD5E30292}"/>
                    </a:ext>
                  </a:extLst>
                </p:cNvPr>
                <p:cNvSpPr txBox="1"/>
                <p:nvPr/>
              </p:nvSpPr>
              <p:spPr>
                <a:xfrm>
                  <a:off x="6178800" y="3404294"/>
                  <a:ext cx="873957" cy="2875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𝑒𝑥h𝑎𝑢𝑠𝑡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C9405B8-63AB-B2D1-2D06-0F7DD5E302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8800" y="3404294"/>
                  <a:ext cx="873957" cy="287515"/>
                </a:xfrm>
                <a:prstGeom prst="rect">
                  <a:avLst/>
                </a:prstGeom>
                <a:blipFill>
                  <a:blip r:embed="rId5"/>
                  <a:stretch>
                    <a:fillRect l="-9091" t="-12500" r="-2098" b="-27083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C1315D0-67E0-101F-5DBC-9F31F8076FA7}"/>
                    </a:ext>
                  </a:extLst>
                </p:cNvPr>
                <p:cNvSpPr txBox="1"/>
                <p:nvPr/>
              </p:nvSpPr>
              <p:spPr>
                <a:xfrm>
                  <a:off x="6178799" y="3842443"/>
                  <a:ext cx="668003" cy="2875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</m:acc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𝑜𝑡h𝑒𝑟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C1315D0-67E0-101F-5DBC-9F31F8076F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8799" y="3842443"/>
                  <a:ext cx="668003" cy="287515"/>
                </a:xfrm>
                <a:prstGeom prst="rect">
                  <a:avLst/>
                </a:prstGeom>
                <a:blipFill>
                  <a:blip r:embed="rId6"/>
                  <a:stretch>
                    <a:fillRect l="-11927" t="-12766" r="-2752" b="-2978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F6FF350-3702-EE80-F2F9-147B9AA446DD}"/>
                    </a:ext>
                  </a:extLst>
                </p:cNvPr>
                <p:cNvSpPr txBox="1"/>
                <p:nvPr/>
              </p:nvSpPr>
              <p:spPr>
                <a:xfrm>
                  <a:off x="6178798" y="4299644"/>
                  <a:ext cx="9197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𝑒𝑥h𝑎𝑢𝑠𝑡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F6FF350-3702-EE80-F2F9-147B9AA446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8798" y="4299644"/>
                  <a:ext cx="91973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4000" t="-2174" r="-2000" b="-1521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8678A78-7D3F-FD55-4CB3-60EA92FF2B75}"/>
                    </a:ext>
                  </a:extLst>
                </p:cNvPr>
                <p:cNvSpPr txBox="1"/>
                <p:nvPr/>
              </p:nvSpPr>
              <p:spPr>
                <a:xfrm>
                  <a:off x="2373264" y="4277950"/>
                  <a:ext cx="602536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𝑓𝑢𝑒𝑙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8678A78-7D3F-FD55-4CB3-60EA92FF2B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3264" y="4277950"/>
                  <a:ext cx="602536" cy="299249"/>
                </a:xfrm>
                <a:prstGeom prst="rect">
                  <a:avLst/>
                </a:prstGeom>
                <a:blipFill>
                  <a:blip r:embed="rId8"/>
                  <a:stretch>
                    <a:fillRect l="-6061" t="-2041" r="-7071" b="-26531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8C0A71F-4700-9640-5025-5A3BC0513C26}"/>
                    </a:ext>
                  </a:extLst>
                </p:cNvPr>
                <p:cNvSpPr txBox="1"/>
                <p:nvPr/>
              </p:nvSpPr>
              <p:spPr>
                <a:xfrm>
                  <a:off x="2373264" y="3850874"/>
                  <a:ext cx="51020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𝑎𝑖𝑟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8C0A71F-4700-9640-5025-5A3BC0513C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3264" y="3850874"/>
                  <a:ext cx="510204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7143" t="-4444" r="-2381" b="-15556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810314C-BF4B-11FE-8437-FE121596E0B5}"/>
                    </a:ext>
                  </a:extLst>
                </p:cNvPr>
                <p:cNvSpPr txBox="1"/>
                <p:nvPr/>
              </p:nvSpPr>
              <p:spPr>
                <a:xfrm>
                  <a:off x="4087326" y="1918901"/>
                  <a:ext cx="113127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𝐸𝑛𝑔𝑖𝑛𝑒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𝐶𝑉</m:t>
                        </m:r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810314C-BF4B-11FE-8437-FE121596E0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7326" y="1918901"/>
                  <a:ext cx="1131272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6989" t="-2222" r="-4839" b="-35556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id="{91440322-24B0-3E41-75BC-36F65B8EEA30}"/>
                </a:ext>
              </a:extLst>
            </p:cNvPr>
            <p:cNvCxnSpPr/>
            <p:nvPr/>
          </p:nvCxnSpPr>
          <p:spPr>
            <a:xfrm>
              <a:off x="3109912" y="4885333"/>
              <a:ext cx="108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96CA7EF-F6C2-D1C0-63D7-DBB0956F8BD4}"/>
                </a:ext>
              </a:extLst>
            </p:cNvPr>
            <p:cNvCxnSpPr/>
            <p:nvPr/>
          </p:nvCxnSpPr>
          <p:spPr>
            <a:xfrm>
              <a:off x="5098800" y="4894858"/>
              <a:ext cx="1080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7B0D9AB-505C-3C5C-7EA3-4E9B85E81F47}"/>
                    </a:ext>
                  </a:extLst>
                </p:cNvPr>
                <p:cNvSpPr txBox="1"/>
                <p:nvPr/>
              </p:nvSpPr>
              <p:spPr>
                <a:xfrm>
                  <a:off x="6178798" y="4727277"/>
                  <a:ext cx="75386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𝑤𝑎𝑡𝑒𝑟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D7B0D9AB-505C-3C5C-7EA3-4E9B85E81F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8798" y="4727277"/>
                  <a:ext cx="753861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4878" t="-2174" r="-813" b="-13043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2F697E6-1DEB-092B-C6B8-C7FAD377531C}"/>
                    </a:ext>
                  </a:extLst>
                </p:cNvPr>
                <p:cNvSpPr txBox="1"/>
                <p:nvPr/>
              </p:nvSpPr>
              <p:spPr>
                <a:xfrm>
                  <a:off x="2373264" y="4727276"/>
                  <a:ext cx="75386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AU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𝑤𝑎𝑡𝑒𝑟</m:t>
                            </m:r>
                          </m:sub>
                        </m:sSub>
                      </m:oMath>
                    </m:oMathPara>
                  </a14:m>
                  <a:endParaRPr lang="en-AU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2F697E6-1DEB-092B-C6B8-C7FAD37753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3264" y="4727276"/>
                  <a:ext cx="753861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4839" t="-2174" r="-806" b="-13043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65802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12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Telfer</dc:creator>
  <cp:lastModifiedBy>Adam Telfer</cp:lastModifiedBy>
  <cp:revision>1</cp:revision>
  <dcterms:created xsi:type="dcterms:W3CDTF">2025-10-13T11:07:31Z</dcterms:created>
  <dcterms:modified xsi:type="dcterms:W3CDTF">2025-10-16T09:41:20Z</dcterms:modified>
</cp:coreProperties>
</file>